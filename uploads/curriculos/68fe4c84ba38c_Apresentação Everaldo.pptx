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armattan" charset="1" panose="01000503000000020003"/>
      <p:regular r:id="rId20"/>
    </p:embeddedFont>
    <p:embeddedFont>
      <p:font typeface="Maragsa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5077589" y="-862671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5" y="0"/>
                </a:lnTo>
                <a:lnTo>
                  <a:pt x="20248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1284033" y="700629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55237" y="369093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516980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51484" y="7939086"/>
            <a:ext cx="11385031" cy="94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5"/>
              </a:lnSpc>
            </a:pPr>
            <a:r>
              <a:rPr lang="en-US" sz="711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Anthony e Rhyan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51484" y="2307430"/>
            <a:ext cx="11389707" cy="365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42"/>
              </a:lnSpc>
            </a:pPr>
            <a:r>
              <a:rPr lang="en-US" sz="10459" spc="73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DATA WAREHOUSE PARA E-COMMERCE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88145" y="3377828"/>
            <a:ext cx="10711709" cy="554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 projeto consiste no desenvolvimento de um Data Warehouse (DW) para uma plataforma de e-commerce, com o objetivo de fornecer suporte à decisão de desempenho em vendas.</a:t>
            </a:r>
          </a:p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 DW foi modelado utilizando dois paradigmas principais: Esquema Estrela e Esquema Floco de Neve.</a:t>
            </a:r>
          </a:p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Contexto: A plataforma de e-commerce gera um grande volume de dados transacionais. O DW permite que a empresa analise o desempenho de produtos, clientes, e regiões ao longo do tempo, identificando tendências e oportunidades de lucro.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9203" y="1499426"/>
            <a:ext cx="556959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INTRODUÇÃO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88145" y="3377828"/>
            <a:ext cx="10711709" cy="121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 modelo conceitual baseia-se na medição de Vendas, que é o centro do nosso DW.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9203" y="1499426"/>
            <a:ext cx="556959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DIAGRAMA 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145" y="5250872"/>
            <a:ext cx="10711709" cy="245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 Diagrama ER ilustra as relações entre tabelas, onde o Fato se conecta a todas as dimensões, formando a base do modelo dimensional, como mostrado nos modelo estrela  e modelo floco de neve das páginas seguintes.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88145" y="3377828"/>
            <a:ext cx="10711709" cy="121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 Modelo Estrela é caracterizado por uma Tabela Fato central conectada a Dimensões Desnormalizadas.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9203" y="1499426"/>
            <a:ext cx="581822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MODELO ESTRELA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145" y="5250872"/>
            <a:ext cx="10711709" cy="121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Este modelo é ideal para consultas rápidas e diretas, pois minimiza o número de JOINs necessários.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186" y="0"/>
            <a:ext cx="15645627" cy="10287000"/>
          </a:xfrm>
          <a:custGeom>
            <a:avLst/>
            <a:gdLst/>
            <a:ahLst/>
            <a:cxnLst/>
            <a:rect r="r" b="b" t="t" l="l"/>
            <a:pathLst>
              <a:path h="10287000" w="15645627">
                <a:moveTo>
                  <a:pt x="0" y="0"/>
                </a:moveTo>
                <a:lnTo>
                  <a:pt x="15645628" y="0"/>
                </a:lnTo>
                <a:lnTo>
                  <a:pt x="15645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88145" y="3377828"/>
            <a:ext cx="10711709" cy="183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 Modelo Floco de Neve é uma extensão do Estrela, onde pelo menos uma dimensão é normalizada. Neste projeto, a dimensão Produto foi normalizada.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7002" y="1450562"/>
            <a:ext cx="781399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MODELO FLOCO DE NEVE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145" y="5544765"/>
            <a:ext cx="10711709" cy="245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Vantagem: Redução da redundância de dados (ex.: o nome da categoria só é armazenado uma vez).</a:t>
            </a:r>
          </a:p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Desvantagem: Consultas mais complexas devido ao maior número de JOINs.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6009" y="0"/>
            <a:ext cx="12155982" cy="10287000"/>
          </a:xfrm>
          <a:custGeom>
            <a:avLst/>
            <a:gdLst/>
            <a:ahLst/>
            <a:cxnLst/>
            <a:rect r="r" b="b" t="t" l="l"/>
            <a:pathLst>
              <a:path h="10287000" w="12155982">
                <a:moveTo>
                  <a:pt x="0" y="0"/>
                </a:moveTo>
                <a:lnTo>
                  <a:pt x="12155982" y="0"/>
                </a:lnTo>
                <a:lnTo>
                  <a:pt x="121559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88145" y="3377828"/>
            <a:ext cx="10711709" cy="121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A carga de dados foi realizada utilizada dados simulados para garantir representavidade e a coerência com o contexto de e-commerce.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7002" y="1450562"/>
            <a:ext cx="781399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CARGA DE DADOS (ETL)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145" y="5235203"/>
            <a:ext cx="10711709" cy="183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Volume: Transações de vendas simuladas ao longo do ano.</a:t>
            </a:r>
          </a:p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Implementação: Scripts SQL de INSERT para popular tabelas Fato e Dimensão.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88145" y="3377828"/>
            <a:ext cx="10711709" cy="121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Foram desenvolvidas duas consultas analíticas, uma para cada esquema, demonstrando a capacidade de análise do DW.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25841" y="1450562"/>
            <a:ext cx="139181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CONSULTAS ANALÍTICAS E RESULTADOS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145" y="5235203"/>
            <a:ext cx="10711709" cy="369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Modelo Estrela: Objetivo 1 - Obter o total de vendas por categoria do produto e trimestre. Objetivo 2 - Análise de efetividade de promoções por canal de marketing.</a:t>
            </a:r>
          </a:p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Modelo Floco de Neve: Objetivo 1 - Vendas por subcategoria normalizada e fornecedor. Objetivo 2 -Análise de clientes por localização normalizada e tipo.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8740" y="103030"/>
            <a:ext cx="8620311" cy="10080941"/>
          </a:xfrm>
          <a:custGeom>
            <a:avLst/>
            <a:gdLst/>
            <a:ahLst/>
            <a:cxnLst/>
            <a:rect r="r" b="b" t="t" l="l"/>
            <a:pathLst>
              <a:path h="10080941" w="8620311">
                <a:moveTo>
                  <a:pt x="0" y="0"/>
                </a:moveTo>
                <a:lnTo>
                  <a:pt x="8620311" y="0"/>
                </a:lnTo>
                <a:lnTo>
                  <a:pt x="8620311" y="10080940"/>
                </a:lnTo>
                <a:lnTo>
                  <a:pt x="0" y="10080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" r="0" b="-2232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4213" y="1028700"/>
            <a:ext cx="10419999" cy="7671275"/>
          </a:xfrm>
          <a:custGeom>
            <a:avLst/>
            <a:gdLst/>
            <a:ahLst/>
            <a:cxnLst/>
            <a:rect r="r" b="b" t="t" l="l"/>
            <a:pathLst>
              <a:path h="7671275" w="10419999">
                <a:moveTo>
                  <a:pt x="0" y="0"/>
                </a:moveTo>
                <a:lnTo>
                  <a:pt x="10419999" y="0"/>
                </a:lnTo>
                <a:lnTo>
                  <a:pt x="10419999" y="7671275"/>
                </a:lnTo>
                <a:lnTo>
                  <a:pt x="0" y="7671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1637" y="2185458"/>
            <a:ext cx="10804726" cy="5916085"/>
          </a:xfrm>
          <a:custGeom>
            <a:avLst/>
            <a:gdLst/>
            <a:ahLst/>
            <a:cxnLst/>
            <a:rect r="r" b="b" t="t" l="l"/>
            <a:pathLst>
              <a:path h="5916085" w="10804726">
                <a:moveTo>
                  <a:pt x="0" y="0"/>
                </a:moveTo>
                <a:lnTo>
                  <a:pt x="10804726" y="0"/>
                </a:lnTo>
                <a:lnTo>
                  <a:pt x="10804726" y="5916084"/>
                </a:lnTo>
                <a:lnTo>
                  <a:pt x="0" y="5916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7275588" y="-10287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4" y="0"/>
                </a:lnTo>
                <a:lnTo>
                  <a:pt x="20248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-1012412" y="7217188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25841" y="41473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08997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5400000">
            <a:off x="1044988" y="-2041112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4114800"/>
                </a:moveTo>
                <a:lnTo>
                  <a:pt x="2024824" y="4114800"/>
                </a:lnTo>
                <a:lnTo>
                  <a:pt x="2024824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15218188" y="822960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0"/>
                </a:moveTo>
                <a:lnTo>
                  <a:pt x="0" y="0"/>
                </a:lnTo>
                <a:lnTo>
                  <a:pt x="0" y="4114800"/>
                </a:lnTo>
                <a:lnTo>
                  <a:pt x="2024824" y="4114800"/>
                </a:lnTo>
                <a:lnTo>
                  <a:pt x="20248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88145" y="3377828"/>
            <a:ext cx="10711709" cy="121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O projeto demonstrou a capacidade de modelar um Data Warehouse funcional em MySQL, atendendo a todos os requisitos: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25841" y="1450562"/>
            <a:ext cx="139181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CONCLUSÃO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8145" y="5235203"/>
            <a:ext cx="10711709" cy="307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Modelo Estrela (Desnormalizado).</a:t>
            </a:r>
          </a:p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Modelo Floco de Neve (Dimensão e Produto normalizada).</a:t>
            </a:r>
          </a:p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Carga de Dados (Simulados e Coerentes).</a:t>
            </a:r>
          </a:p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Consultas Analíticas (Agregação e Agrupamento).</a:t>
            </a:r>
          </a:p>
          <a:p>
            <a:pPr algn="l" marL="700729" indent="-350364" lvl="1">
              <a:lnSpc>
                <a:spcPts val="4900"/>
              </a:lnSpc>
              <a:buFont typeface="Arial"/>
              <a:buChar char="•"/>
            </a:pPr>
            <a:r>
              <a:rPr lang="en-US" sz="3245">
                <a:solidFill>
                  <a:srgbClr val="230E0E"/>
                </a:solidFill>
                <a:latin typeface="Harmattan"/>
                <a:ea typeface="Harmattan"/>
                <a:cs typeface="Harmattan"/>
                <a:sym typeface="Harmattan"/>
              </a:rPr>
              <a:t>Diagrama ER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ECD4"/>
            </a:solidFill>
            <a:ln w="171450" cap="sq">
              <a:solidFill>
                <a:srgbClr val="DFD0B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5077589" y="-862671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0" y="0"/>
                </a:moveTo>
                <a:lnTo>
                  <a:pt x="2024825" y="0"/>
                </a:lnTo>
                <a:lnTo>
                  <a:pt x="20248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400000">
            <a:off x="1284033" y="7006290"/>
            <a:ext cx="2024824" cy="4114800"/>
          </a:xfrm>
          <a:custGeom>
            <a:avLst/>
            <a:gdLst/>
            <a:ahLst/>
            <a:cxnLst/>
            <a:rect r="r" b="b" t="t" l="l"/>
            <a:pathLst>
              <a:path h="4114800" w="2024824">
                <a:moveTo>
                  <a:pt x="202482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024824" y="0"/>
                </a:lnTo>
                <a:lnTo>
                  <a:pt x="202482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55237" y="3690936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0" y="0"/>
                </a:moveTo>
                <a:lnTo>
                  <a:pt x="4651682" y="0"/>
                </a:lnTo>
                <a:lnTo>
                  <a:pt x="46516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962159" y="2516980"/>
            <a:ext cx="4651682" cy="4114800"/>
          </a:xfrm>
          <a:custGeom>
            <a:avLst/>
            <a:gdLst/>
            <a:ahLst/>
            <a:cxnLst/>
            <a:rect r="r" b="b" t="t" l="l"/>
            <a:pathLst>
              <a:path h="4114800" w="4651682">
                <a:moveTo>
                  <a:pt x="465168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651682" y="0"/>
                </a:lnTo>
                <a:lnTo>
                  <a:pt x="4651682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48318" y="3647139"/>
            <a:ext cx="12991364" cy="265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31"/>
              </a:lnSpc>
            </a:pPr>
            <a:r>
              <a:rPr lang="en-US" sz="15594">
                <a:solidFill>
                  <a:srgbClr val="230E0E"/>
                </a:solidFill>
                <a:latin typeface="Maragsa"/>
                <a:ea typeface="Maragsa"/>
                <a:cs typeface="Maragsa"/>
                <a:sym typeface="Maragsa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DAG2i0mEtxI</dc:identifier>
  <dcterms:modified xsi:type="dcterms:W3CDTF">2011-08-01T06:04:30Z</dcterms:modified>
  <cp:revision>1</cp:revision>
  <dc:title>Cream Maroon Minimalist Modern Geometric Project Presentation</dc:title>
</cp:coreProperties>
</file>