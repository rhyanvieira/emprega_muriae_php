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351" r:id="rId5"/>
    <p:sldId id="364" r:id="rId6"/>
    <p:sldId id="356" r:id="rId7"/>
    <p:sldId id="353" r:id="rId8"/>
    <p:sldId id="354" r:id="rId9"/>
    <p:sldId id="352" r:id="rId10"/>
    <p:sldId id="341" r:id="rId11"/>
    <p:sldId id="344" r:id="rId12"/>
    <p:sldId id="357" r:id="rId13"/>
    <p:sldId id="358" r:id="rId14"/>
    <p:sldId id="359" r:id="rId15"/>
    <p:sldId id="360" r:id="rId16"/>
    <p:sldId id="361" r:id="rId17"/>
    <p:sldId id="363" r:id="rId18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m-vindo(a)" id="{E75E278A-FF0E-49A4-B170-79828D63BBAD}">
          <p14:sldIdLst/>
        </p14:section>
        <p14:section name="Design, Transformar, Anotação, Trabalhe em Conjunto, Diga-me" id="{B9B51309-D148-4332-87C2-07BE32FBCA3B}">
          <p14:sldIdLst>
            <p14:sldId id="351"/>
            <p14:sldId id="364"/>
            <p14:sldId id="356"/>
            <p14:sldId id="353"/>
            <p14:sldId id="354"/>
            <p14:sldId id="352"/>
            <p14:sldId id="341"/>
            <p14:sldId id="344"/>
            <p14:sldId id="357"/>
            <p14:sldId id="358"/>
            <p14:sldId id="359"/>
            <p14:sldId id="360"/>
            <p14:sldId id="361"/>
            <p14:sldId id="363"/>
          </p14:sldIdLst>
        </p14:section>
        <p14:section name="Saiba Mais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1" autoAdjust="0"/>
    <p:restoredTop sz="94241" autoAdjust="0"/>
  </p:normalViewPr>
  <p:slideViewPr>
    <p:cSldViewPr snapToGrid="0">
      <p:cViewPr varScale="1">
        <p:scale>
          <a:sx n="83" d="100"/>
          <a:sy n="83" d="100"/>
        </p:scale>
        <p:origin x="682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40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04ECF9D-BC85-4B94-913F-B4F80689B9ED}" type="datetime1">
              <a:rPr lang="pt-BR" smtClean="0"/>
              <a:t>18/08/2022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D0E4E-9FA4-4E18-8E08-0174AAFE0234}" type="datetime1">
              <a:rPr lang="pt-BR" smtClean="0"/>
              <a:pPr/>
              <a:t>18/08/2022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478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4788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6971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97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800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pt-BR" sz="1800" noProof="0"/>
          </a:p>
        </p:txBody>
      </p:sp>
      <p:cxnSp>
        <p:nvCxnSpPr>
          <p:cNvPr id="12" name="Conector reto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Clique para editar o texto Mestre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Segundo nível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Terceiro nível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Quarto nível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Quinto nível</a:t>
            </a:r>
          </a:p>
        </p:txBody>
      </p:sp>
      <p:sp>
        <p:nvSpPr>
          <p:cNvPr id="6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5482A46-B58D-44BD-B615-3FF4A9AD9F87}" type="datetime1">
              <a:rPr lang="pt-BR" noProof="0" smtClean="0"/>
              <a:t>18/08/2022</a:t>
            </a:fld>
            <a:endParaRPr lang="pt-BR" noProof="0"/>
          </a:p>
        </p:txBody>
      </p:sp>
      <p:sp>
        <p:nvSpPr>
          <p:cNvPr id="7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8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800" noProof="0"/>
          </a:p>
        </p:txBody>
      </p:sp>
      <p:sp>
        <p:nvSpPr>
          <p:cNvPr id="10" name="Retângulo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800" noProof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Clique para editar o texto Mestre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Segundo nível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Terceiro nível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Quarto nível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pt-BR" sz="1800" noProof="0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8F2C18FD-3251-4E35-9645-42B1EAF08154}" type="datetime1">
              <a:rPr lang="pt-BR" noProof="0" smtClean="0"/>
              <a:t>18/08/2022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8328153" cy="640080"/>
          </a:xfrm>
        </p:spPr>
        <p:txBody>
          <a:bodyPr rtlCol="0">
            <a:noAutofit/>
          </a:bodyPr>
          <a:lstStyle/>
          <a:p>
            <a:pPr rtl="0"/>
            <a:r>
              <a:rPr lang="pt-BR" dirty="0">
                <a:latin typeface="Segoe UI Light" panose="020B0502040204020203" pitchFamily="34" charset="0"/>
                <a:cs typeface="Segoe UI Light" panose="020B0502040204020203" pitchFamily="34" charset="0"/>
              </a:rPr>
              <a:t>Exercício 1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8E5E67F-2F7C-409F-8642-EC5A7D7CAC2D}"/>
              </a:ext>
            </a:extLst>
          </p:cNvPr>
          <p:cNvSpPr txBox="1">
            <a:spLocks/>
          </p:cNvSpPr>
          <p:nvPr/>
        </p:nvSpPr>
        <p:spPr>
          <a:xfrm>
            <a:off x="521207" y="1295448"/>
            <a:ext cx="10894938" cy="368295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/>
              <a:t>Faça um algoritmo com uma função que some dois números. </a:t>
            </a:r>
          </a:p>
        </p:txBody>
      </p:sp>
    </p:spTree>
    <p:extLst>
      <p:ext uri="{BB962C8B-B14F-4D97-AF65-F5344CB8AC3E}">
        <p14:creationId xmlns:p14="http://schemas.microsoft.com/office/powerpoint/2010/main" val="725818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8328153" cy="640080"/>
          </a:xfrm>
        </p:spPr>
        <p:txBody>
          <a:bodyPr rtlCol="0">
            <a:noAutofit/>
          </a:bodyPr>
          <a:lstStyle/>
          <a:p>
            <a:pPr rtl="0"/>
            <a:r>
              <a:rPr lang="pt-BR" dirty="0">
                <a:latin typeface="Segoe UI Light" panose="020B0502040204020203" pitchFamily="34" charset="0"/>
                <a:cs typeface="Segoe UI Light" panose="020B0502040204020203" pitchFamily="34" charset="0"/>
              </a:rPr>
              <a:t>Exercício 1 – Resposta possível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10156FF-27A8-8D7C-1166-DC0040397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968" y="1238250"/>
            <a:ext cx="93821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14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8328153" cy="640080"/>
          </a:xfrm>
        </p:spPr>
        <p:txBody>
          <a:bodyPr rtlCol="0">
            <a:noAutofit/>
          </a:bodyPr>
          <a:lstStyle/>
          <a:p>
            <a:pPr rtl="0"/>
            <a:r>
              <a:rPr lang="pt-BR" dirty="0">
                <a:latin typeface="Segoe UI Light" panose="020B0502040204020203" pitchFamily="34" charset="0"/>
                <a:cs typeface="Segoe UI Light" panose="020B0502040204020203" pitchFamily="34" charset="0"/>
              </a:rPr>
              <a:t>Exercício 2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8E5E67F-2F7C-409F-8642-EC5A7D7CAC2D}"/>
              </a:ext>
            </a:extLst>
          </p:cNvPr>
          <p:cNvSpPr txBox="1">
            <a:spLocks/>
          </p:cNvSpPr>
          <p:nvPr/>
        </p:nvSpPr>
        <p:spPr>
          <a:xfrm>
            <a:off x="521207" y="1295448"/>
            <a:ext cx="10894938" cy="368295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/>
              <a:t>Faça um algoritmo com uma função onde o usuário digite um número e então diga se esse número é par ou impar.</a:t>
            </a:r>
          </a:p>
        </p:txBody>
      </p:sp>
    </p:spTree>
    <p:extLst>
      <p:ext uri="{BB962C8B-B14F-4D97-AF65-F5344CB8AC3E}">
        <p14:creationId xmlns:p14="http://schemas.microsoft.com/office/powerpoint/2010/main" val="296373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23763-EB7F-452D-81D6-AD77293C1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477172"/>
            <a:ext cx="10882683" cy="3002464"/>
          </a:xfrm>
        </p:spPr>
        <p:txBody>
          <a:bodyPr>
            <a:normAutofit/>
          </a:bodyPr>
          <a:lstStyle/>
          <a:p>
            <a:r>
              <a:rPr lang="pt-BR" dirty="0"/>
              <a:t>Faça um programa com duas funções. Antes de tudo o programa deve perguntar quantos alunos fizeram as duas provas então, na primeira função o usuário deve entrar com duas notas inteiras de um aluno e retornar a sua média em </a:t>
            </a:r>
            <a:r>
              <a:rPr lang="pt-BR" dirty="0" err="1"/>
              <a:t>float</a:t>
            </a:r>
            <a:r>
              <a:rPr lang="pt-BR" dirty="0"/>
              <a:t>. Na segunda função o programa deve dizer se o aluno foi aprovado ou reprovado (considere aprovado se sua média for maior que 6).</a:t>
            </a:r>
          </a:p>
        </p:txBody>
      </p:sp>
      <p:sp>
        <p:nvSpPr>
          <p:cNvPr id="4" name="Título 7">
            <a:extLst>
              <a:ext uri="{FF2B5EF4-FFF2-40B4-BE49-F238E27FC236}">
                <a16:creationId xmlns:a16="http://schemas.microsoft.com/office/drawing/2014/main" id="{E8840804-FD38-4B54-A30F-68A19E0B03FD}"/>
              </a:ext>
            </a:extLst>
          </p:cNvPr>
          <p:cNvSpPr txBox="1">
            <a:spLocks/>
          </p:cNvSpPr>
          <p:nvPr/>
        </p:nvSpPr>
        <p:spPr>
          <a:xfrm>
            <a:off x="521207" y="448056"/>
            <a:ext cx="8328153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latin typeface="Segoe UI Light" panose="020B0502040204020203" pitchFamily="34" charset="0"/>
                <a:cs typeface="Segoe UI Light" panose="020B0502040204020203" pitchFamily="34" charset="0"/>
              </a:rPr>
              <a:t>Exercício 3</a:t>
            </a:r>
          </a:p>
        </p:txBody>
      </p:sp>
    </p:spTree>
    <p:extLst>
      <p:ext uri="{BB962C8B-B14F-4D97-AF65-F5344CB8AC3E}">
        <p14:creationId xmlns:p14="http://schemas.microsoft.com/office/powerpoint/2010/main" val="961845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7">
            <a:extLst>
              <a:ext uri="{FF2B5EF4-FFF2-40B4-BE49-F238E27FC236}">
                <a16:creationId xmlns:a16="http://schemas.microsoft.com/office/drawing/2014/main" id="{37FA2745-3E9A-4635-B086-8AB66E7D0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447675"/>
            <a:ext cx="8345004" cy="639763"/>
          </a:xfrm>
        </p:spPr>
        <p:txBody>
          <a:bodyPr rtlCol="0">
            <a:noAutofit/>
          </a:bodyPr>
          <a:lstStyle/>
          <a:p>
            <a:pPr rtl="0"/>
            <a:r>
              <a:rPr lang="pt-BR" dirty="0">
                <a:latin typeface="Segoe UI Light" panose="020B0502040204020203" pitchFamily="34" charset="0"/>
                <a:cs typeface="Segoe UI Light" panose="020B0502040204020203" pitchFamily="34" charset="0"/>
              </a:rPr>
              <a:t>Exercício 3 resposta possível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02B726A-36B4-8E6A-29CA-D26E04834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859" y="117231"/>
            <a:ext cx="88709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01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8328153" cy="640080"/>
          </a:xfrm>
        </p:spPr>
        <p:txBody>
          <a:bodyPr rtlCol="0">
            <a:noAutofit/>
          </a:bodyPr>
          <a:lstStyle/>
          <a:p>
            <a:pPr rtl="0"/>
            <a:r>
              <a:rPr lang="pt-BR" dirty="0">
                <a:latin typeface="Segoe UI Light" panose="020B0502040204020203" pitchFamily="34" charset="0"/>
                <a:cs typeface="Segoe UI Light" panose="020B0502040204020203" pitchFamily="34" charset="0"/>
              </a:rPr>
              <a:t>Exercício 4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D7C576-12CA-E1D3-7BAD-BF80AF90309B}"/>
              </a:ext>
            </a:extLst>
          </p:cNvPr>
          <p:cNvSpPr txBox="1">
            <a:spLocks/>
          </p:cNvSpPr>
          <p:nvPr/>
        </p:nvSpPr>
        <p:spPr>
          <a:xfrm>
            <a:off x="521207" y="1477172"/>
            <a:ext cx="10882683" cy="300246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Escreva um algoritmo usando procedimento que recebe as 3 notas de um aluno. Então o programa deve dar a média dessas notas e dependendo das notas dar uma nota A caso a nota do aluno seja maior que 8, B se o aluno tirar entre 7,9 e 6, C se o aluno tirar de 5,9 até 4 e nota D se o aluno tirar menos de 3,9 de média.</a:t>
            </a:r>
          </a:p>
        </p:txBody>
      </p:sp>
    </p:spTree>
    <p:extLst>
      <p:ext uri="{BB962C8B-B14F-4D97-AF65-F5344CB8AC3E}">
        <p14:creationId xmlns:p14="http://schemas.microsoft.com/office/powerpoint/2010/main" val="289734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23763-EB7F-452D-81D6-AD77293C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5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0AFD5FC-8610-538C-8555-9D64D41B420F}"/>
              </a:ext>
            </a:extLst>
          </p:cNvPr>
          <p:cNvSpPr txBox="1">
            <a:spLocks/>
          </p:cNvSpPr>
          <p:nvPr/>
        </p:nvSpPr>
        <p:spPr>
          <a:xfrm>
            <a:off x="521207" y="1477172"/>
            <a:ext cx="10882683" cy="460959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Faça uma função para saber a respeito do consumo de combustível de um automóvel. Considere que esse carro faz 14km/L com gasolina e 10km/L com álcool.</a:t>
            </a:r>
          </a:p>
          <a:p>
            <a:r>
              <a:rPr lang="pt-BR" dirty="0"/>
              <a:t> </a:t>
            </a:r>
          </a:p>
          <a:p>
            <a:r>
              <a:rPr lang="pt-BR" dirty="0"/>
              <a:t>Primeiramente o usuário deve inserir quantos litros de combustível ele quer colocar.</a:t>
            </a:r>
          </a:p>
          <a:p>
            <a:endParaRPr lang="pt-BR" dirty="0"/>
          </a:p>
          <a:p>
            <a:r>
              <a:rPr lang="pt-BR" dirty="0"/>
              <a:t>Em seguida perguntar qual é o preço da gasolina e qual é o preço do álcool. Através de duas funções (uma para cada combustível).</a:t>
            </a:r>
          </a:p>
          <a:p>
            <a:endParaRPr lang="pt-BR" dirty="0"/>
          </a:p>
          <a:p>
            <a:r>
              <a:rPr lang="pt-BR" dirty="0"/>
              <a:t>O programa deve dizer a autonomia do carro e se compensa abastecer mais com gasolina ou mais com álcool.</a:t>
            </a:r>
          </a:p>
        </p:txBody>
      </p:sp>
    </p:spTree>
    <p:extLst>
      <p:ext uri="{BB962C8B-B14F-4D97-AF65-F5344CB8AC3E}">
        <p14:creationId xmlns:p14="http://schemas.microsoft.com/office/powerpoint/2010/main" val="101582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23763-EB7F-452D-81D6-AD77293C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6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6727B90-2B24-F1C1-A639-C3318B849ABB}"/>
              </a:ext>
            </a:extLst>
          </p:cNvPr>
          <p:cNvSpPr txBox="1">
            <a:spLocks/>
          </p:cNvSpPr>
          <p:nvPr/>
        </p:nvSpPr>
        <p:spPr>
          <a:xfrm>
            <a:off x="521207" y="1477172"/>
            <a:ext cx="10882683" cy="300246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2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Escreva programa usando procedimento que recebe 3 valores reais X, Y e Z e retornar qual o tipo de triângulo formado. O procedimento deve identificar o tipo de triângulo formado observando as seguintes definições:</a:t>
            </a:r>
          </a:p>
          <a:p>
            <a:endParaRPr lang="pt-BR" dirty="0"/>
          </a:p>
          <a:p>
            <a:r>
              <a:rPr lang="pt-BR" dirty="0"/>
              <a:t>Triângulo Equilátero: os comprimentos dos 3 lados são iguais.</a:t>
            </a:r>
          </a:p>
          <a:p>
            <a:r>
              <a:rPr lang="pt-BR" dirty="0"/>
              <a:t>Triângulo Isósceles: os comprimentos de 2 lados são iguais.</a:t>
            </a:r>
          </a:p>
          <a:p>
            <a:r>
              <a:rPr lang="pt-BR" dirty="0"/>
              <a:t>Triângulo Escaleno: os comprimentos dos 3 lados são diferentes</a:t>
            </a:r>
          </a:p>
        </p:txBody>
      </p:sp>
    </p:spTree>
    <p:extLst>
      <p:ext uri="{BB962C8B-B14F-4D97-AF65-F5344CB8AC3E}">
        <p14:creationId xmlns:p14="http://schemas.microsoft.com/office/powerpoint/2010/main" val="3730808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23763-EB7F-452D-81D6-AD77293C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7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6727B90-2B24-F1C1-A639-C3318B849ABB}"/>
              </a:ext>
            </a:extLst>
          </p:cNvPr>
          <p:cNvSpPr txBox="1">
            <a:spLocks/>
          </p:cNvSpPr>
          <p:nvPr/>
        </p:nvSpPr>
        <p:spPr>
          <a:xfrm>
            <a:off x="521207" y="1477171"/>
            <a:ext cx="10882683" cy="40369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A prefeitura de uma cidade fez uma pesquisa entre os seus habitantes, coletando dados sobre o salário e número de filhos. Faça uma função que leia esses dados para um número não determinado de pessoas (looping infinito) e retorne a cada rodada:</a:t>
            </a:r>
            <a:br>
              <a:rPr lang="pt-BR" dirty="0"/>
            </a:br>
            <a:endParaRPr lang="pt-BR" dirty="0"/>
          </a:p>
          <a:p>
            <a:r>
              <a:rPr lang="pt-BR" dirty="0"/>
              <a:t>A média de salário da população, </a:t>
            </a:r>
          </a:p>
          <a:p>
            <a:r>
              <a:rPr lang="pt-BR" dirty="0"/>
              <a:t>A média do número de filhos, </a:t>
            </a:r>
          </a:p>
          <a:p>
            <a:r>
              <a:rPr lang="pt-BR" dirty="0"/>
              <a:t>O maior salário</a:t>
            </a:r>
            <a:br>
              <a:rPr lang="pt-BR" dirty="0"/>
            </a:br>
            <a:r>
              <a:rPr lang="pt-BR" dirty="0"/>
              <a:t>E o percentual de pessoas com salário até R$1000,00.</a:t>
            </a:r>
          </a:p>
        </p:txBody>
      </p:sp>
    </p:spTree>
    <p:extLst>
      <p:ext uri="{BB962C8B-B14F-4D97-AF65-F5344CB8AC3E}">
        <p14:creationId xmlns:p14="http://schemas.microsoft.com/office/powerpoint/2010/main" val="4010018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23763-EB7F-452D-81D6-AD77293C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8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6727B90-2B24-F1C1-A639-C3318B849ABB}"/>
              </a:ext>
            </a:extLst>
          </p:cNvPr>
          <p:cNvSpPr txBox="1">
            <a:spLocks/>
          </p:cNvSpPr>
          <p:nvPr/>
        </p:nvSpPr>
        <p:spPr>
          <a:xfrm>
            <a:off x="521207" y="1477172"/>
            <a:ext cx="10882683" cy="300246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Faça uma função que leia um número não determinado de valores positivos e retorna a média aritmética dos mesmos. (Faça um looping infinito e a cada número inserido, deverá ser impressa uma nova média).</a:t>
            </a:r>
          </a:p>
        </p:txBody>
      </p:sp>
    </p:spTree>
    <p:extLst>
      <p:ext uri="{BB962C8B-B14F-4D97-AF65-F5344CB8AC3E}">
        <p14:creationId xmlns:p14="http://schemas.microsoft.com/office/powerpoint/2010/main" val="6770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23763-EB7F-452D-81D6-AD77293C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9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6727B90-2B24-F1C1-A639-C3318B849ABB}"/>
              </a:ext>
            </a:extLst>
          </p:cNvPr>
          <p:cNvSpPr txBox="1">
            <a:spLocks/>
          </p:cNvSpPr>
          <p:nvPr/>
        </p:nvSpPr>
        <p:spPr>
          <a:xfrm>
            <a:off x="521207" y="1477172"/>
            <a:ext cx="10882683" cy="300246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Faça um programa com um vetor de 10 números. Através de um procedimento o programa deve ordenar o vetor em ordem crescente e através de um procedimento, o programa deve imprimir o vetor ordenado em ordem crescente e decrescente.</a:t>
            </a:r>
          </a:p>
        </p:txBody>
      </p:sp>
    </p:spTree>
    <p:extLst>
      <p:ext uri="{BB962C8B-B14F-4D97-AF65-F5344CB8AC3E}">
        <p14:creationId xmlns:p14="http://schemas.microsoft.com/office/powerpoint/2010/main" val="3256589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23763-EB7F-452D-81D6-AD77293C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10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6727B90-2B24-F1C1-A639-C3318B849ABB}"/>
              </a:ext>
            </a:extLst>
          </p:cNvPr>
          <p:cNvSpPr txBox="1">
            <a:spLocks/>
          </p:cNvSpPr>
          <p:nvPr/>
        </p:nvSpPr>
        <p:spPr>
          <a:xfrm>
            <a:off x="521207" y="1477172"/>
            <a:ext cx="10882683" cy="300246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Utilizando procedimentos, faça um programa onde o usuário insira 2 números e qual a operação aritmética (quatro operações fundamentais) o usuário quer fazer, a ideia aqui é criar uma calculadora rudimentar.</a:t>
            </a:r>
          </a:p>
        </p:txBody>
      </p:sp>
    </p:spTree>
    <p:extLst>
      <p:ext uri="{BB962C8B-B14F-4D97-AF65-F5344CB8AC3E}">
        <p14:creationId xmlns:p14="http://schemas.microsoft.com/office/powerpoint/2010/main" val="3954274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23763-EB7F-452D-81D6-AD77293C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11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6727B90-2B24-F1C1-A639-C3318B849ABB}"/>
              </a:ext>
            </a:extLst>
          </p:cNvPr>
          <p:cNvSpPr txBox="1">
            <a:spLocks/>
          </p:cNvSpPr>
          <p:nvPr/>
        </p:nvSpPr>
        <p:spPr>
          <a:xfrm>
            <a:off x="521207" y="1477172"/>
            <a:ext cx="10882683" cy="300246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Faça um programa que receba um número que corresponda a um mês no primeiro semestre (de 1 a 6) e chame uma função que escreva o nome do mês correspondente. Caso o usuário digite um número fora do intervalo permitido, (através de um parâmetro verificador) deverá aparecer uma mensagem de erro.</a:t>
            </a:r>
          </a:p>
        </p:txBody>
      </p:sp>
    </p:spTree>
    <p:extLst>
      <p:ext uri="{BB962C8B-B14F-4D97-AF65-F5344CB8AC3E}">
        <p14:creationId xmlns:p14="http://schemas.microsoft.com/office/powerpoint/2010/main" val="2564849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23763-EB7F-452D-81D6-AD77293C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12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6727B90-2B24-F1C1-A639-C3318B849ABB}"/>
              </a:ext>
            </a:extLst>
          </p:cNvPr>
          <p:cNvSpPr txBox="1">
            <a:spLocks/>
          </p:cNvSpPr>
          <p:nvPr/>
        </p:nvSpPr>
        <p:spPr>
          <a:xfrm>
            <a:off x="521207" y="1477172"/>
            <a:ext cx="6330697" cy="474684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Faça um programa para calcular a sua média na disciplina estrutura de dados II. Através de uma função, o usuário deve inserir a notas P1B1, depois deve ser perguntado quantas listas de exercício você fez assim sucessivamente seguindo a tabela ao lado. Utilize procedimentos e funções para capturar as notas, para verificar se a nota inserida é menor ou igual ao valor máximo possível e a impressão das notas dos dois bimestres, impressão da média final e uma mensagem dizendo se você foi aprovado ou não.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6975C74-09D0-4C96-4B4A-6618A6E69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18" y="2474975"/>
            <a:ext cx="4992826" cy="304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0656"/>
      </p:ext>
    </p:extLst>
  </p:cSld>
  <p:clrMapOvr>
    <a:masterClrMapping/>
  </p:clrMapOvr>
</p:sld>
</file>

<file path=ppt/theme/theme1.xml><?xml version="1.0" encoding="utf-8"?>
<a:theme xmlns:a="http://schemas.openxmlformats.org/drawingml/2006/main" name="DocBoas-vinda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715129_TF10001108.potx" id="{B3A0C6B1-0365-4650-BA4E-2EEF0E81B440}" vid="{CC03AFE5-A7BF-46D8-9FB1-2970631E94E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0072C5-DDE0-4258-BA7A-4D4B80DFA63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{912019DC-523A-4DDD-A1E9-B775BDF0F29F}tf10001108_win32</Template>
  <TotalTime>3113</TotalTime>
  <Words>720</Words>
  <Application>Microsoft Office PowerPoint</Application>
  <PresentationFormat>Widescreen</PresentationFormat>
  <Paragraphs>43</Paragraphs>
  <Slides>14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UI</vt:lpstr>
      <vt:lpstr>Segoe UI Light</vt:lpstr>
      <vt:lpstr>DocBoas-vindas</vt:lpstr>
      <vt:lpstr>Exercício 1</vt:lpstr>
      <vt:lpstr>Exercício 1 – Resposta possível</vt:lpstr>
      <vt:lpstr>Exercício 2</vt:lpstr>
      <vt:lpstr>Faça um programa com duas funções. Antes de tudo o programa deve perguntar quantos alunos fizeram as duas provas então, na primeira função o usuário deve entrar com duas notas inteiras de um aluno e retornar a sua média em float. Na segunda função o programa deve dizer se o aluno foi aprovado ou reprovado (considere aprovado se sua média for maior que 6).</vt:lpstr>
      <vt:lpstr>Exercício 3 resposta possível</vt:lpstr>
      <vt:lpstr>Exercício 4</vt:lpstr>
      <vt:lpstr>Exercício 5</vt:lpstr>
      <vt:lpstr>Exercício 6</vt:lpstr>
      <vt:lpstr>Exercício 7</vt:lpstr>
      <vt:lpstr>Exercício 8</vt:lpstr>
      <vt:lpstr>Exercício 9</vt:lpstr>
      <vt:lpstr>Exercício 10</vt:lpstr>
      <vt:lpstr>Exercício 11</vt:lpstr>
      <vt:lpstr>Exercício 12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ROBÓTICA</dc:title>
  <dc:creator>Lucas Miguel</dc:creator>
  <cp:keywords/>
  <cp:lastModifiedBy>Lucas Miguel</cp:lastModifiedBy>
  <cp:revision>20</cp:revision>
  <dcterms:created xsi:type="dcterms:W3CDTF">2021-08-05T17:56:57Z</dcterms:created>
  <dcterms:modified xsi:type="dcterms:W3CDTF">2022-08-18T21:52:14Z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